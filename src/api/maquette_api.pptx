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360799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972473725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1712784670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320249703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9715407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24744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CA460F-F1A4-DB4B-365B-6C6E743BA6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0427E7-3732-886D-68A2-AE752B6B0A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360355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405144790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201814644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0986111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5898011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09102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26177787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4206106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32928323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8945446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02927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35961139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19318841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42827559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1912728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09026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991788151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62951925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090979099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489742591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2818472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869730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53998464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682105911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851131756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2087755879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84011100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42933936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94716446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201247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48430029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07061930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9636111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02819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16862675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48150849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827883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17708618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28786597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99391250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548588195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3011551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211839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609376252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791085037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06779864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154591522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17498723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60809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502109391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8524347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30208224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4125405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915856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063971964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92725246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82158331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4744129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3028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9527333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988616490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37539969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3254474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65438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Indicateurs globaux</a:t>
            </a:r>
            <a:endParaRPr/>
          </a:p>
        </p:txBody>
      </p:sp>
      <p:pic>
        <p:nvPicPr>
          <p:cNvPr id="15880949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972550" y="303068"/>
            <a:ext cx="2381249" cy="1123949"/>
          </a:xfrm>
          <a:prstGeom prst="rect">
            <a:avLst/>
          </a:prstGeom>
        </p:spPr>
      </p:pic>
      <p:sp>
        <p:nvSpPr>
          <p:cNvPr id="1303255047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199" y="1825624"/>
            <a:ext cx="10515600" cy="4351338"/>
          </a:xfrm>
        </p:spPr>
        <p:txBody>
          <a:bodyPr/>
          <a:lstStyle/>
          <a:p>
            <a:pPr>
              <a:defRPr/>
            </a:pPr>
            <a:r>
              <a:rPr/>
              <a:t>Ecarts aux horaires théoriques :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 	Nord : </a:t>
            </a:r>
            <a:r>
              <a:rPr b="1">
                <a:solidFill>
                  <a:schemeClr val="accent6"/>
                </a:solidFill>
              </a:rPr>
              <a:t>+ 1 min.</a:t>
            </a:r>
            <a:r>
              <a:rPr/>
              <a:t>       Sud : </a:t>
            </a:r>
            <a:r>
              <a:rPr b="1">
                <a:solidFill>
                  <a:schemeClr val="accent2"/>
                </a:solidFill>
              </a:rPr>
              <a:t>+ 13 min.</a:t>
            </a:r>
            <a:endParaRPr b="1">
              <a:solidFill>
                <a:schemeClr val="accent2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 lang="fr-FR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Allongement du temps de parcours :</a:t>
            </a:r>
            <a:endParaRPr sz="2800"/>
          </a:p>
          <a:p>
            <a:pPr marL="0" indent="0">
              <a:buFont typeface="Arial"/>
              <a:buNone/>
              <a:defRPr/>
            </a:pPr>
            <a:r>
              <a:rPr lang="fr-FR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Nord : </a:t>
            </a:r>
            <a:r>
              <a:rPr lang="fr-FR" sz="2800" b="1" i="0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+ 1 %</a:t>
            </a:r>
            <a:r>
              <a:rPr lang="fr-F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Sud : </a:t>
            </a:r>
            <a:r>
              <a:rPr lang="fr-FR" sz="2800" b="1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+ 10 %</a:t>
            </a:r>
            <a:endParaRPr sz="2800" b="1">
              <a:solidFill>
                <a:srgbClr val="FF0000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09911817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762999" y="5914158"/>
            <a:ext cx="3143250" cy="733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12526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Régularité : Score sur 100</a:t>
            </a:r>
            <a:br>
              <a:rPr/>
            </a:br>
            <a:r>
              <a:rPr sz="2000" i="1"/>
              <a:t>L’intervalle entre les trains est-il respecté ?</a:t>
            </a:r>
            <a:endParaRPr/>
          </a:p>
        </p:txBody>
      </p:sp>
      <p:pic>
        <p:nvPicPr>
          <p:cNvPr id="172099049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81888" y="3429000"/>
            <a:ext cx="11366768" cy="1306285"/>
          </a:xfrm>
          <a:prstGeom prst="rect">
            <a:avLst/>
          </a:prstGeom>
        </p:spPr>
      </p:pic>
      <p:sp>
        <p:nvSpPr>
          <p:cNvPr id="678938060" name=""/>
          <p:cNvSpPr txBox="1"/>
          <p:nvPr/>
        </p:nvSpPr>
        <p:spPr bwMode="auto">
          <a:xfrm rot="0" flipH="0" flipV="0">
            <a:off x="806181" y="1801090"/>
            <a:ext cx="721156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Dans quelle direction allez vous ?   </a:t>
            </a:r>
            <a:r>
              <a:rPr>
                <a:highlight>
                  <a:srgbClr val="00FFFF"/>
                </a:highlight>
              </a:rPr>
              <a:t>Nord</a:t>
            </a:r>
            <a:r>
              <a:rPr/>
              <a:t>       Sud</a:t>
            </a:r>
            <a:endParaRPr/>
          </a:p>
        </p:txBody>
      </p:sp>
      <p:sp>
        <p:nvSpPr>
          <p:cNvPr id="585428902" name=""/>
          <p:cNvSpPr txBox="1"/>
          <p:nvPr/>
        </p:nvSpPr>
        <p:spPr bwMode="auto">
          <a:xfrm rot="0" flipH="0" flipV="0">
            <a:off x="5629295" y="943840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395075037" name=""/>
          <p:cNvSpPr txBox="1"/>
          <p:nvPr/>
        </p:nvSpPr>
        <p:spPr bwMode="auto">
          <a:xfrm rot="0" flipH="0" flipV="0">
            <a:off x="962045" y="2874818"/>
            <a:ext cx="231953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Branche Mitry :</a:t>
            </a:r>
            <a:r>
              <a:rPr/>
              <a:t> </a:t>
            </a:r>
            <a:r>
              <a:rPr b="1">
                <a:solidFill>
                  <a:schemeClr val="accent6"/>
                </a:solidFill>
              </a:rPr>
              <a:t>90</a:t>
            </a:r>
            <a:endParaRPr/>
          </a:p>
        </p:txBody>
      </p:sp>
      <p:sp>
        <p:nvSpPr>
          <p:cNvPr id="250815666" name=""/>
          <p:cNvSpPr txBox="1"/>
          <p:nvPr/>
        </p:nvSpPr>
        <p:spPr bwMode="auto">
          <a:xfrm rot="0" flipH="0" flipV="0">
            <a:off x="430376" y="4735285"/>
            <a:ext cx="232565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Branche CDG :</a:t>
            </a:r>
            <a:r>
              <a:rPr/>
              <a:t> </a:t>
            </a:r>
            <a:r>
              <a:rPr b="1">
                <a:solidFill>
                  <a:srgbClr val="FF0000"/>
                </a:solidFill>
              </a:rPr>
              <a:t>60</a:t>
            </a:r>
            <a:endParaRPr/>
          </a:p>
        </p:txBody>
      </p:sp>
      <p:sp>
        <p:nvSpPr>
          <p:cNvPr id="200875061" name=""/>
          <p:cNvSpPr txBox="1"/>
          <p:nvPr/>
        </p:nvSpPr>
        <p:spPr bwMode="auto">
          <a:xfrm rot="0" flipH="0" flipV="0">
            <a:off x="3365808" y="3503467"/>
            <a:ext cx="232853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Tronçon central :</a:t>
            </a:r>
            <a:r>
              <a:rPr/>
              <a:t> </a:t>
            </a:r>
            <a:r>
              <a:rPr b="1">
                <a:solidFill>
                  <a:schemeClr val="accent2"/>
                </a:solidFill>
              </a:rPr>
              <a:t>80</a:t>
            </a:r>
            <a:endParaRPr/>
          </a:p>
        </p:txBody>
      </p:sp>
      <p:sp>
        <p:nvSpPr>
          <p:cNvPr id="1518784647" name=""/>
          <p:cNvSpPr txBox="1"/>
          <p:nvPr/>
        </p:nvSpPr>
        <p:spPr bwMode="auto">
          <a:xfrm rot="0" flipH="0" flipV="0">
            <a:off x="7873730" y="3137347"/>
            <a:ext cx="233465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Branche St Rémy :</a:t>
            </a:r>
            <a:r>
              <a:rPr/>
              <a:t> </a:t>
            </a:r>
            <a:r>
              <a:rPr b="1">
                <a:solidFill>
                  <a:schemeClr val="accent2"/>
                </a:solidFill>
              </a:rPr>
              <a:t>80</a:t>
            </a:r>
            <a:endParaRPr/>
          </a:p>
        </p:txBody>
      </p:sp>
      <p:sp>
        <p:nvSpPr>
          <p:cNvPr id="1109032039" name=""/>
          <p:cNvSpPr txBox="1"/>
          <p:nvPr/>
        </p:nvSpPr>
        <p:spPr bwMode="auto">
          <a:xfrm rot="0" flipH="0" flipV="0">
            <a:off x="7463288" y="4735285"/>
            <a:ext cx="233789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Branche Robinson :</a:t>
            </a:r>
            <a:r>
              <a:rPr/>
              <a:t> </a:t>
            </a:r>
            <a:r>
              <a:rPr b="1">
                <a:solidFill>
                  <a:schemeClr val="accent2"/>
                </a:solidFill>
              </a:rPr>
              <a:t>80</a:t>
            </a:r>
            <a:endParaRPr/>
          </a:p>
        </p:txBody>
      </p:sp>
      <p:pic>
        <p:nvPicPr>
          <p:cNvPr id="18019321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972550" y="303067"/>
            <a:ext cx="2381249" cy="1123949"/>
          </a:xfrm>
          <a:prstGeom prst="rect">
            <a:avLst/>
          </a:prstGeom>
        </p:spPr>
      </p:pic>
      <p:pic>
        <p:nvPicPr>
          <p:cNvPr id="178575943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858250" y="5948795"/>
            <a:ext cx="3143250" cy="733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2026-04-14T14:42:06Z</dcterms:modified>
</cp:coreProperties>
</file>